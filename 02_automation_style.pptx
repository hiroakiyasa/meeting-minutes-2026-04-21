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游ゴシック"/>
              </a:rPr>
              <a:t>AI全体推進チーム定例会  議事録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5E1F5"/>
                </a:solidFill>
                <a:latin typeface="游ゴシック"/>
              </a:rPr>
              <a:t>2026年04月21日（火）08:00-09:00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C757D"/>
                </a:solidFill>
                <a:latin typeface="游ゴシック"/>
              </a:rPr>
              <a:t>作成: AI推進チーム事務局 / 2026.04.21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1. 会議概要・参加者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latin typeface="游ゴシック"/>
              </a:rPr>
              <a:t>■ 会議情報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62E"/>
                </a:solidFill>
                <a:latin typeface="游ゴシック"/>
              </a:rPr>
              <a:t>会議名: AI全体推進チーム定例会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62E"/>
                </a:solidFill>
                <a:latin typeface="游ゴシック"/>
              </a:rPr>
              <a:t>日時: 2026年04月21日（火）08:00-09:00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62E"/>
                </a:solidFill>
                <a:latin typeface="游ゴシック"/>
              </a:rPr>
              <a:t>形式: Teams会議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latin typeface="游ゴシック"/>
              </a:rPr>
              <a:t>■ 参加者（敬称略、計8名）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・渡辺 秀人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・上地 健介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・上野 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・田原 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・湯浅 浩章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・橘鷹 伴幸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・大西 健二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・安田 武司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2. 本日のアジェンダ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6BC0"/>
                </a:solidFill>
                <a:latin typeface="游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62E"/>
                </a:solidFill>
                <a:latin typeface="游ゴシック"/>
              </a:rPr>
              <a:t>品質ワーキングの進捗報告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6BC0"/>
                </a:solidFill>
                <a:latin typeface="游ゴシック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62E"/>
                </a:solidFill>
                <a:latin typeface="游ゴシック"/>
              </a:rPr>
              <a:t>展開・広報ワーキングの進捗報告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6BC0"/>
                </a:solidFill>
                <a:latin typeface="游ゴシック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62E"/>
                </a:solidFill>
                <a:latin typeface="游ゴシック"/>
              </a:rPr>
              <a:t>その他共有事項（予算確保、人材育成）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3. 討議内容 ─ 品質ワーキング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6BC0"/>
                </a:solidFill>
                <a:latin typeface="游ゴシック"/>
              </a:rPr>
              <a:t>▼ テーマ:「Teams会議の情報を活用したプロジェクト管理の効率化」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議事録アシスタント・RAG活用を軸に活動を開始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Googleハッカソン「AIエージェントによる会議準備効率化」と知見を相互共有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【課題】Teams議事録の文字起こし（特に漢字変換）精度が要約品質を下げている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【改善案】MP4→高精度ツール（例: Aqua Voice）で再文字起こし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【改善案】発言者属性・業務背景を保持する「メモリ機能」で文脈理解を強化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Google環境で高精度文字起こしを試験するのが有効（上地さん）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3. 討議内容 ─ 展開・広報ワーキング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6BC0"/>
                </a:solidFill>
                <a:latin typeface="游ゴシック"/>
              </a:rPr>
              <a:t>▼ PCY斎藤さん参画。Copilot教育のライブ感・期限設定が鍵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過去のツール展開成功/失敗を分析し、AI展開指針を策定中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PPS展示会にて「工程ばらしを起点としたAI活用」がTPS推進部・大石さんに高評価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「トヨタらしいAI活用」として全社標準化をTPS推進部と連携して推進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戦略会議で車両開発AI事例を経営層に報告、「効果の明確化」「2ヶ月ごとフォロー」を要求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6月のAI活用展示会で進捗報告（上原役員出張で日程調整の可能性あり）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3. 討議内容 ─ 予算確保・人材育成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6BC0"/>
                </a:solidFill>
                <a:latin typeface="游ゴシック"/>
              </a:rPr>
              <a:t>▼ パワトレ福山室長の協力のもと、予算要求・教育展開を準備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Azure（RAG利用）等の有償ツール購入計画を共有フォーマットで集約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パワトレカンパニーGM層向けAI教育を検討、PTK/EPFマネージャー層にも展開予定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PCY斎藤さんの講座を必須教育化する案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安田さん主体でPTK/EPFマネージャー向け説明会を企画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【質疑】マネージャーにはAIリテラシー（可能/不可の見極め）が必要（上野さん）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● 【回答】上野さん・大西さんの助言のもと、マネージャー特化の教育資料を作成（安田さん）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4. 決定事項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658368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品質ワーキングは「Teams会議情報の活用」をテーマに活動開始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38528"/>
            <a:ext cx="1106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756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展開・広報ワーキングはAI展開の活動指針を策定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88336"/>
            <a:ext cx="11064240" cy="658368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2549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2549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TPS推進部と連携し「トヨタらしいAI活用」の型作りと全社展開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106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75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7530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6月AI活用展示会で経営層に進捗・効果を報告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87952"/>
            <a:ext cx="11064240" cy="658368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251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有償ツールをリスト化し予算要求を準備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59"/>
            <a:ext cx="11064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6BC0"/>
                </a:solidFill>
                <a:latin typeface="游ゴシック"/>
              </a:rPr>
              <a:t>D6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74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62E"/>
                </a:solidFill>
                <a:latin typeface="游ゴシック"/>
              </a:rPr>
              <a:t>PTK・EPFマネージャー向け説明会を実施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5. ToDo（次回までのアクション）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772400"/>
                <a:gridCol w="1645920"/>
              </a:tblGrid>
              <a:tr h="6629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游ゴシック"/>
                        </a:rPr>
                        <a:t>担当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游ゴシック"/>
                        </a:rPr>
                        <a:t>アクション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游ゴシック"/>
                        </a:rPr>
                        <a:t>期限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渡辺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ハッカソンの知見を品質ワーキングに共有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田原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議事録アシスタント高精度化の試験設計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5月中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湯浅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Aqua Voice等の代替文字起こしツール評価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5月中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上地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AI展開活動指針のドラフト作成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橘鷹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TPS推進部との連携プラン具体化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6月展示会前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安田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有償ツールリスト共有フォーマット作成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4月末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安田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PTK/EPFマネージャー向け説明会の企画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