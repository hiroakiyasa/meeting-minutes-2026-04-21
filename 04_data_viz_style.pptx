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游ゴシック"/>
              </a:rPr>
              <a:t>AI全体推進チーム 定例会 議事録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E1F5"/>
                </a:solidFill>
                <a:latin typeface="游ゴシック"/>
              </a:rPr>
              <a:t>2026年04月21日（火）08:00-09:00  ·  データ可視化版（Anthropic data-visualization 適用）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游ゴシック"/>
              </a:rPr>
              <a:t>作成: AI推進チーム事務局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エグゼクティブサマリー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参加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F3A68"/>
                </a:solidFill>
                <a:latin typeface="游ゴシック"/>
              </a:rPr>
              <a:t>8名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8部門横断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決定事項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F3A68"/>
                </a:solidFill>
                <a:latin typeface="游ゴシック"/>
              </a:rPr>
              <a:t>6件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全会一致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ToDo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F3A68"/>
                </a:solidFill>
                <a:latin typeface="游ゴシック"/>
              </a:rPr>
              <a:t>7件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5名に分担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期限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F3A68"/>
                </a:solidFill>
                <a:latin typeface="游ゴシック"/>
              </a:rPr>
              <a:t>4-6月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6月展示会で報告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游ゴシック"/>
              </a:rPr>
              <a:t>■ 3つの軸で活動を推進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3703320" cy="173736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游ゴシック"/>
              </a:rPr>
              <a:t>①品質WG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Teams会議情報活用でPM効率化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480560"/>
            <a:ext cx="3703320" cy="173736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663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游ゴシック"/>
              </a:rPr>
              <a:t>②展開・広報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120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工程ばらし起点のトヨタ型AI全社展開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480560"/>
            <a:ext cx="3703320" cy="173736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663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游ゴシック"/>
              </a:rPr>
              <a:t>③予算・人材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2120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有償ツール確保とマネージャー育成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会議構造 ─ 討議時間の配分</a:t>
            </a:r>
          </a:p>
        </p:txBody>
      </p:sp>
      <p:pic>
        <p:nvPicPr>
          <p:cNvPr id="4" name="Picture 3" descr="01_time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772400" cy="4306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188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6BC0"/>
                </a:solidFill>
                <a:latin typeface="游ゴシック"/>
              </a:rPr>
              <a:t>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6459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品質WGと展開・広報WGで42分（70%）。
予算・人材は14分と短いが、決定事項は最多（管理職教育・予算要求）。
次回は予算確保の論点を拡張することを推奨。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課題可視化 ─ 議事録生成パイプラインの精度</a:t>
            </a:r>
          </a:p>
        </p:txBody>
      </p:sp>
      <p:pic>
        <p:nvPicPr>
          <p:cNvPr id="4" name="Picture 3" descr="02_quality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4458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69680" y="1188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4E52"/>
                </a:solidFill>
                <a:latin typeface="游ゴシック"/>
              </a:rPr>
              <a:t>ボトルネック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最大ギャップは「文字起こし精度」で-32pt。
現状58% → 目標90%。
後工程（要約精度）の-23pt低下の
主因と考えられる。
【打ち手】
• Aqua Voice等で再文字起こし
• 発言者属性のメモリ機能導入
• Google環境で試験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ロードマップ ─ 4月〜6月の実行計画</a:t>
            </a:r>
          </a:p>
        </p:txBody>
      </p:sp>
      <p:pic>
        <p:nvPicPr>
          <p:cNvPr id="4" name="Picture 3" descr="03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7478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游ゴシック"/>
              </a:rPr>
              <a:t>▼ 6月15日の経営層報告（展示会）が全活動のマイルストーン。2ヶ月毎フォローの要請に整合。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実行体制 ─ 担当別ToDo配分</a:t>
            </a:r>
          </a:p>
        </p:txBody>
      </p:sp>
      <p:pic>
        <p:nvPicPr>
          <p:cNvPr id="4" name="Picture 3" descr="04_todo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943600" cy="292711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03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383280"/>
                <a:gridCol w="1097280"/>
              </a:tblGrid>
              <a:tr h="62865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游ゴシック"/>
                        </a:rPr>
                        <a:t>担当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游ゴシック"/>
                        </a:rPr>
                        <a:t>アクション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游ゴシック"/>
                        </a:rPr>
                        <a:t>期限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渡辺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ハッカソン知見を品質WGに共有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5月末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田原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議事録アシスタント試験設計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5月中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湯浅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Aqua Voice等 代替ツール評価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5月中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上地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AI展開指針ドラフト作成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5月末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橘鷹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TPS推進部との連携プラン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6月前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安田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有償ツール共有フォーマット作成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4月末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安田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PTK/EPF管理職説明会企画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5月末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意思決定 ─ 優先度マトリクス</a:t>
            </a:r>
          </a:p>
        </p:txBody>
      </p:sp>
      <p:pic>
        <p:nvPicPr>
          <p:cNvPr id="4" name="Picture 3" descr="05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7356764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188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4E52"/>
                </a:solidFill>
                <a:latin typeface="游ゴシック"/>
              </a:rPr>
              <a:t>最優先（右上）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459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• 6月経営層報告
• 予算要求準備
• TPS連携
→ この3つは今週から着手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566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計画的（右下）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0233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• Teams議事録活用
• AI展開指針策定
• 管理職説明会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本日の決定事項（6件）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713232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品質WGは「Teams会議情報の活用」をテーマに活動開始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47672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3055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展開・広報WGはAI展開の活動指針を策定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52344"/>
            <a:ext cx="11064240" cy="713232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95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3522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TPS推進部と「トヨタらしいAI活用」の型作り・全社展開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57016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3989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6月AI活用展示会で経営層に進捗・効果を報告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61688"/>
            <a:ext cx="11064240" cy="713232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445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有償ツール（Azure等）をリスト化し予算要求を準備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349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PTK・EPFマネージャー向け説明会を実施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游ゴシック"/>
              </a:rPr>
              <a:t>次回: 2026年5月 予定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5E1F5"/>
                </a:solidFill>
                <a:latin typeface="游ゴシック"/>
              </a:rPr>
              <a:t>マイルストーン: 6月15日 AI活用展示会（経営層報告）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3B8D8"/>
                </a:solidFill>
                <a:latin typeface="游ゴシック"/>
              </a:rPr>
              <a:t>data-visualization skill (Anthropic) 適用版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